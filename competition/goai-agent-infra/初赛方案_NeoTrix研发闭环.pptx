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初赛方案 PPT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内容框架模板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6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Datawhale · 参赛选手参考资料</a:t>
            </a:r>
            <a:endParaRPr lang="en-US" sz="11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NeoTrix 研发闭环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r>
              <a:t>软件研发全流程多 Agent 协同系统</a:t>
            </a:r>
          </a:p>
          <a:p>
            <a:r>
              <a:t>Agent Infra · 方向三 · 初赛方案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NeoTrix 研发闭环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缺陷链路碎片化：Issue/日志/反馈多源分散，根因定位依赖资深工程师经验，修复质量无量化门禁，复盘经验不沉淀。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AgentTeams Manager-Workers 编排 5 职能 Agent（采集→诊断→实施→审查→沉淀），E8 确定性推理 + experience-tree 自进化。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E8 确定性 64 态推理内核，根因定位可复现；② SelfTest T1-T3 生产门禁（8000+ 测试）+ 复盘自动结晶为 Skill。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MIT 开源、Skill 体系独立可复用、RAG/可观测可迁移到任意多 Agent 生产系统。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方案设计完成；7 域架构 40 万行 + 8000+ 测试 + MCP/Skill/KB 基础设施可支撑复赛 Demo。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384048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 spc="23">
                <a:solidFill>
                  <a:srgbClr val="1B1F3B"/>
                </a:solidFill>
                <a:latin typeface="微软雅黑"/>
                <a:ea typeface="微软雅黑"/>
              </a:rPr>
              <a:t>目标用户：企业研发团队 / 开源维护者    ·   真实场景：GitHub Issue → 聚合 → 定位 → 修复 → 审查 → 沉淀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55648"/>
            <a:ext cx="3566160" cy="384048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00" b="1" spc="144">
                <a:solidFill>
                  <a:srgbClr val="2E5BFF"/>
                </a:solidFill>
                <a:latin typeface="微软雅黑"/>
                <a:ea typeface="微软雅黑"/>
              </a:rPr>
              <a:t>现状痛点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① 缺陷多源分散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Issue/日志/反馈/CI 分散，无统一证据集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31136"/>
            <a:ext cx="64008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264408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② 根因依赖人工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资深工程师经验，不可复现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64408"/>
            <a:ext cx="64008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4297679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③ 质量无法量化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修复无门禁，复盘不沉淀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97679"/>
            <a:ext cx="64008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206240" y="2651760"/>
            <a:ext cx="640080" cy="45720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1755648"/>
            <a:ext cx="2377440" cy="384048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00" b="1" spc="144">
                <a:solidFill>
                  <a:srgbClr val="2E5BFF"/>
                </a:solidFill>
                <a:latin typeface="微软雅黑"/>
                <a:ea typeface="微软雅黑"/>
              </a:rPr>
              <a:t>NeoTrix 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231136"/>
            <a:ext cx="2377440" cy="2185416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AgentTeams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Manager + A1-A5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5 职能 Agent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确定性推理</a:t>
            </a:r>
          </a:p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5B301"/>
                </a:solidFill>
                <a:latin typeface="微软雅黑"/>
                <a:ea typeface="微软雅黑"/>
              </a:rPr>
              <a:t>自进化沉淀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231136"/>
            <a:ext cx="2377440" cy="64008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452360" y="2651760"/>
            <a:ext cx="640080" cy="45720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1755648"/>
            <a:ext cx="3474720" cy="384048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00" b="1" spc="144">
                <a:solidFill>
                  <a:srgbClr val="2E5BFF"/>
                </a:solidFill>
                <a:latin typeface="微软雅黑"/>
                <a:ea typeface="微软雅黑"/>
              </a:rPr>
              <a:t>可量化价值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231136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定位 30-60min → 5-10min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效率提升指标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2231136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326440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SelfTest T1-T3 门禁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修复成功率 / 门禁通过率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264408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79" y="4297679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复盘自动结晶 Skill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知识沉淀速率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4297679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5440680"/>
            <a:ext cx="11155680" cy="896112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行业可复制性：任何有 Issue+CI+代码仓库的组织可复制，可迁移 IT 服务/嵌入式/金融科技研发线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差异化（对照 OpenHands/SWE-agent）：确定性推理可复现 + T1-T3 生产门禁 + experience-tree 自进化沉淀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 spc="115">
                <a:solidFill>
                  <a:srgbClr val="FFFFFF"/>
                </a:solidFill>
                <a:latin typeface="微软雅黑"/>
                <a:ea typeface="微软雅黑"/>
              </a:rPr>
              <a:t>任务输入层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35024"/>
            <a:ext cx="8275320" cy="84124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GitHub Issue / 日志 / 用户反馈 / CI 告警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539728" y="2221991"/>
            <a:ext cx="274320" cy="128016"/>
          </a:xfrm>
          <a:prstGeom prst="down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295144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 spc="115">
                <a:solidFill>
                  <a:srgbClr val="FFFFFF"/>
                </a:solidFill>
                <a:latin typeface="微软雅黑"/>
                <a:ea typeface="微软雅黑"/>
              </a:rPr>
              <a:t>AgentTeams 编排层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95144"/>
            <a:ext cx="827532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Manager（拆解/委派/追踪） · A1-A5 Worker · Matrix 房间全程可见 · MinIO 共享上下文</a:t>
            </a:r>
          </a:p>
        </p:txBody>
      </p:sp>
      <p:sp>
        <p:nvSpPr>
          <p:cNvPr id="9" name="Down Arrow 8"/>
          <p:cNvSpPr/>
          <p:nvPr/>
        </p:nvSpPr>
        <p:spPr>
          <a:xfrm>
            <a:off x="11539728" y="3182111"/>
            <a:ext cx="274320" cy="128016"/>
          </a:xfrm>
          <a:prstGeom prst="down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255263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 spc="115">
                <a:solidFill>
                  <a:srgbClr val="FFFFFF"/>
                </a:solidFill>
                <a:latin typeface="微软雅黑"/>
                <a:ea typeface="微软雅黑"/>
              </a:rPr>
              <a:t>Skill 能力层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55263"/>
            <a:ext cx="8275320" cy="84124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官方用云 Skills（resourcecenter-search / ecs-diagnose / network-reachability / sas-overview）+ dev-implementer / rev-officer / experience-tree / mcp-gateway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539728" y="4142231"/>
            <a:ext cx="274320" cy="128016"/>
          </a:xfrm>
          <a:prstGeom prst="down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215383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 spc="115">
                <a:solidFill>
                  <a:srgbClr val="FFFFFF"/>
                </a:solidFill>
                <a:latin typeface="微软雅黑"/>
                <a:ea typeface="微软雅黑"/>
              </a:rPr>
              <a:t>MCP / 工具层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215383"/>
            <a:ext cx="8275320" cy="84124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GitHub · CI · 监控 · 云产品   （Higress 统一网关托管凭证，Worker 不持真实 key）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1539728" y="5102351"/>
            <a:ext cx="274320" cy="128016"/>
          </a:xfrm>
          <a:prstGeom prst="down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5175503"/>
            <a:ext cx="2743200" cy="841248"/>
          </a:xfrm>
          <a:prstGeom prst="roundRect">
            <a:avLst>
              <a:gd name="adj" fmla="val 1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 spc="115">
                <a:solidFill>
                  <a:srgbClr val="FFFFFF"/>
                </a:solidFill>
                <a:latin typeface="微软雅黑"/>
                <a:ea typeface="微软雅黑"/>
              </a:rPr>
              <a:t>证据与治理层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5175503"/>
            <a:ext cx="8275320" cy="84124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MinIO 共享状态 · trace_data · SHA-256 审计链 · KB 向量+BM25 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080760"/>
            <a:ext cx="11155680" cy="41148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选型必要性：AgentTeams=必选协同基点 · Higress=统一网关+凭证隔离 · MinIO=共享上下文降 Token 消耗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Human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Matrix 房间全程可见可干预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1563624"/>
            <a:ext cx="45720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335024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 w="12700">
            <a:solidFill>
              <a:srgbClr val="F5B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Manager 主控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拆解·委派·追踪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不自主批准高风险动作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3502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</a:rPr>
              <a:t>上下文传递载体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MinIO shared/tasks/&lt;id&gt;/ · KB 结构化中间结论 · Matrix 时间线</a:t>
            </a:r>
          </a:p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</a:rPr>
              <a:t>Worker 无状态可替换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A1 采集者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聚合/去重/分级</a:t>
            </a:r>
          </a:p>
          <a:p>
            <a:pPr algn="ctr">
              <a:lnSpc>
                <a:spcPct val="102000"/>
              </a:lnSpc>
            </a:pPr>
            <a:r>
              <a:rPr sz="900" b="0">
                <a:solidFill>
                  <a:srgbClr val="DCE6FF"/>
                </a:solidFill>
                <a:latin typeface="微软雅黑"/>
                <a:ea typeface="微软雅黑"/>
              </a:rPr>
              <a:t>NT-WORLD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834640"/>
            <a:ext cx="32004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A2 诊断者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E8 根因定位</a:t>
            </a:r>
          </a:p>
          <a:p>
            <a:pPr algn="ctr">
              <a:lnSpc>
                <a:spcPct val="102000"/>
              </a:lnSpc>
            </a:pPr>
            <a:r>
              <a:rPr sz="900" b="0">
                <a:solidFill>
                  <a:srgbClr val="DCE6FF"/>
                </a:solidFill>
                <a:latin typeface="微软雅黑"/>
                <a:ea typeface="微软雅黑"/>
              </a:rPr>
              <a:t>NT-MIND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5040" y="2834640"/>
            <a:ext cx="32004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4688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A3 实施者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TDD 修复</a:t>
            </a:r>
          </a:p>
          <a:p>
            <a:pPr algn="ctr">
              <a:lnSpc>
                <a:spcPct val="102000"/>
              </a:lnSpc>
            </a:pPr>
            <a:r>
              <a:rPr sz="900" b="0">
                <a:solidFill>
                  <a:srgbClr val="DCE6FF"/>
                </a:solidFill>
                <a:latin typeface="微软雅黑"/>
                <a:ea typeface="微软雅黑"/>
              </a:rPr>
              <a:t>NT-ACT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61120" y="2834640"/>
            <a:ext cx="32004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81160" y="24688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A4 审查者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独立验证·门禁</a:t>
            </a:r>
          </a:p>
          <a:p>
            <a:pPr algn="ctr">
              <a:lnSpc>
                <a:spcPct val="102000"/>
              </a:lnSpc>
            </a:pPr>
            <a:r>
              <a:rPr sz="900" b="0">
                <a:solidFill>
                  <a:srgbClr val="DCE6FF"/>
                </a:solidFill>
                <a:latin typeface="微软雅黑"/>
                <a:ea typeface="微软雅黑"/>
              </a:rPr>
              <a:t>NT-SHIELD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70332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EF4444"/>
                </a:solidFill>
                <a:latin typeface="微软雅黑"/>
                <a:ea typeface="微软雅黑"/>
              </a:rPr>
              <a:t>A4 审查不通过 → 打回 A3 重试（最多 N 轮，封顶升级人工）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61688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A5 沉淀者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experience-tree 吸收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KB 经验 + Skill 回灌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54680" y="4636008"/>
            <a:ext cx="36576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4361688"/>
            <a:ext cx="809244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</a:rPr>
              <a:t>知识库 KB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experience 命名空间 · 向量+BM25 混合检索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F5B301"/>
                </a:solidFill>
                <a:latin typeface="微软雅黑"/>
                <a:ea typeface="微软雅黑"/>
              </a:rPr>
              <a:t>复盘自动结晶为 Skill → 回灌 Manager 拆解逻辑（自进化闭环）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状态流转：Task 状态机（待办→拆解→执行→审查→沉淀）；审查不通过打回 A3，封顶升级人工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安全边界：高风险动作（改生产/大重构/删数据）→ 人工审批 · Worker 仅持 Higress 消费者令牌 · SHA-256 审计链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13350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官方用云 Skills（必选）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56231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alibabacloud-resourcecenter-search 资源搜索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alibabacloud-ecs-diagnose 实例诊断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alibabacloud-network-reachability-analysis 网络分析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alibabacloud-sas-overview 安全态势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350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编码 / 实施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56231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dev-implementer  TDD 红-绿-重构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github-operations  Issue/分支/PR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repair-healer  自愈修复与恢复验证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审查 / 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78808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rev-officer  全量审查 D1-D63+S1-S7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gov-steward  合规策略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mcp-gateway  MCP 工具聚合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知识 / 吸收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78808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experience-tree  五阶段吸收协议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sg-diagnostician  元认知自审计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KB RAG  向量+BM25 混合检索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生命周期：SKILL.md 装载 Worker 工作区 → Manager 按需分发 → 版本/发布/回滚（安全审核→灰度→审计） · 4 个官方 Skill 串联即排障链路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可运行性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56231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cargo build/check/test 双验证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Docker 部署 · install.sh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CI workflows（.github）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3502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运行证据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56231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8000+ 项测试 · SelfTest T1-T3 三层接线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真实数据回归：26 家价格表 9082 行 / 3267 USD 零失败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日志 / Trace / Metrics 全记录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trace_data + SHA-256 广播审计链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可观测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78808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Skill/MCP/RAG/LLM 全链路 Trace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Log 结构化关联 TraceId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Metrics：修复成功率/时延/Token/Tool 成功率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安全治理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78808"/>
            <a:ext cx="5440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RAG：KB 向量+BM25，证据强制溯源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权限矩阵 · 审批 · 回滚 · 审计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gitleaks 密钥扫描 · 零 unsafe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云产品选型：Higress（网关）统一入口+凭证托管，可替换性/迁移成本已论证 · 全链路证据可审计、可回滚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可复用成果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265176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Skill 体系独立发布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mcp-gateway 网关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KB 检索层 · E8 推理内核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331720"/>
            <a:ext cx="27432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接口契约与文档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38528"/>
            <a:ext cx="265176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README · 部署说明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开源协议 · 示例配置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测试方法 · 复现步骤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2331720"/>
            <a:ext cx="27432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协议与依赖披露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38528"/>
            <a:ext cx="265176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MIT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第三方依赖全披露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商业 API / 闭源模型边界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06840" y="2331720"/>
            <a:ext cx="274320" cy="36576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141732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社区共建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938528"/>
            <a:ext cx="265176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8000+ 测试背书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AI 工程/研发效能社区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长期维护与迭代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开源范围：核心引擎 + Skill + 网关 + 示例与运行报告，均可复用可验证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合规：数据来源与授权边界、第三方依赖、商业 API、闭源模型使用范围逐一披露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初赛 8.16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2011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提交：简介 + 方案 PPT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1572768"/>
            <a:ext cx="274320" cy="32004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417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复赛名单 8.24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38528"/>
            <a:ext cx="2011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Top30 入围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0600" y="1572768"/>
            <a:ext cx="274320" cy="32004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1417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复赛 9.3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938528"/>
            <a:ext cx="2011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可执行 AgentTeams 代码包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端到端 Demo / 视频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1572768"/>
            <a:ext cx="274320" cy="32004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20" y="1417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决赛名单 9.10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938528"/>
            <a:ext cx="2011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Top15 入围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1572768"/>
            <a:ext cx="274320" cy="320040"/>
          </a:xfrm>
          <a:prstGeom prst="rightArrow">
            <a:avLst>
              <a:gd name="adj1" fmla="val 10000"/>
              <a:gd name="adj2" fmla="val 50000"/>
            </a:avLst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417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2000"/>
              </a:lnSpc>
            </a:pPr>
            <a:r>
              <a:rPr sz="1250" b="1" spc="100">
                <a:solidFill>
                  <a:srgbClr val="FFFFFF"/>
                </a:solidFill>
                <a:latin typeface="微软雅黑"/>
                <a:ea typeface="微软雅黑"/>
              </a:rPr>
              <a:t>决赛 9.22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938528"/>
            <a:ext cx="2011680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现场路演 + Demo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代码仓库最终版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8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0F172A"/>
                </a:solidFill>
                <a:latin typeface="微软雅黑"/>
                <a:ea typeface="微软雅黑"/>
              </a:rPr>
              <a:t>复赛工程化：AgentTeams 本地 install.sh → K8s helm · GitHub Issue 端到端 Demo · SWE-bench-style 评测 · 官方 Skills 接入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评估指标：修复成功率 · 端到端时延 · Token 成本 · 门禁通过率 · 经验沉淀速率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</a:rPr>
              <a:t>风险控制：Demo 环境不确定性（网络/凭证）→ Mock 与真实接入共用同一 Schema · 评审口径严格对齐评分维度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4360" y="1513840"/>
            <a:ext cx="95345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团队名称：NeoTrix（个人参赛 · 郑州大学）</a:t>
            </a:r>
            <a:r>
              <a: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rPr>
              <a:t/>
            </a:r>
            <a:endParaRPr lang="en-US" altLang="zh-CN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r>
              <a:t>成员：Asher（郑州大学·软件开发/AI Agent 方向）</a:t>
            </a:r>
          </a:p>
          <a:p>
            <a:r>
              <a:t>团队分工：Asher — 主控/架构 · Agent/Skill 工程 · Demo/验证（个人参赛，一人承担全流程）</a:t>
            </a:r>
          </a:p>
          <a:p>
            <a:r>
              <a:t>团队成果：NeoTrix 开源项目（8000+ 项测试、RQGM 论文 arXiv:2606.26294）；软件研发全流程多 Agent 协同系统</a:t>
            </a:r>
          </a:p>
          <a:p>
            <a:r>
              <a:t>作品链接：github.com/neo-trixs/NeoTrix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