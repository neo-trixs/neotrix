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40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5" name="Text 3"/>
          <p:cNvSpPr/>
          <p:nvPr/>
        </p:nvSpPr>
        <p:spPr>
          <a:xfrm>
            <a:off x="59436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GOAI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世界人工智能开源大赛</a:t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8686800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初赛方案 PPT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内容框架模板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594360" y="6172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D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Datawhale · 参赛选手参考资料</a:t>
            </a:r>
            <a:endParaRPr lang="en-US" sz="1100" dirty="0"/>
          </a:p>
        </p:txBody>
      </p:sp>
      <p:sp>
        <p:nvSpPr>
          <p:cNvPr id="19" name="文本框 18"/>
          <p:cNvSpPr txBox="1"/>
          <p:nvPr/>
        </p:nvSpPr>
        <p:spPr>
          <a:xfrm>
            <a:off x="594360" y="3826510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NeoTrix 研发闭环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endParaRPr lang="en-US" altLang="en-US" sz="1500" b="1" kern="0" spc="200" dirty="0">
              <a:solidFill>
                <a:srgbClr val="FF6B35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  <a:p>
            <a:r>
              <a:t>软件研发全流程多 Agent 协同系统</a:t>
            </a:r>
          </a:p>
          <a:p>
            <a:r>
              <a:t>Agent Infra · 方向三 · 初赛方案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6" name="Shape 4"/>
          <p:cNvSpPr/>
          <p:nvPr/>
        </p:nvSpPr>
        <p:spPr>
          <a:xfrm>
            <a:off x="850392" y="2221992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7" name="Text 5"/>
          <p:cNvSpPr/>
          <p:nvPr/>
        </p:nvSpPr>
        <p:spPr>
          <a:xfrm>
            <a:off x="1097280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 20 字。一句话说清「为谁、解决什么」。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0392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NeoTrix 研发闭环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3458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11" name="Shape 9"/>
          <p:cNvSpPr/>
          <p:nvPr/>
        </p:nvSpPr>
        <p:spPr>
          <a:xfrm>
            <a:off x="4609490" y="2221992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12" name="Text 10"/>
          <p:cNvSpPr/>
          <p:nvPr/>
        </p:nvSpPr>
        <p:spPr>
          <a:xfrm>
            <a:off x="4856378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09490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目标用户是谁、在什么场景、现实痛点是什么。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09490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缺陷链路碎片化：Issue/日志/反馈多源分散，根因定位依赖资深工程师经验，修复质量无量化门禁，复盘经验不沉淀。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12557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16" name="Shape 14"/>
          <p:cNvSpPr/>
          <p:nvPr/>
        </p:nvSpPr>
        <p:spPr>
          <a:xfrm>
            <a:off x="8368589" y="2221992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17" name="Text 15"/>
          <p:cNvSpPr/>
          <p:nvPr/>
        </p:nvSpPr>
        <p:spPr>
          <a:xfrm>
            <a:off x="8615477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8589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一句话讲清整体思路：用多 Agent + Skill 怎么解。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68589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AgentTeams Manager-Workers 编排 5 职能 Agent（采集→诊断→实施→审查→沉淀），E8 确定性推理 + experience-tree 自进化。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21" name="Shape 19"/>
          <p:cNvSpPr/>
          <p:nvPr/>
        </p:nvSpPr>
        <p:spPr>
          <a:xfrm>
            <a:off x="850392" y="4032504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22" name="Text 20"/>
          <p:cNvSpPr/>
          <p:nvPr/>
        </p:nvSpPr>
        <p:spPr>
          <a:xfrm>
            <a:off x="1097280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对比现有做法，你独特/更优在哪。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E8 确定性 64 态推理内核，根因定位可复现；② SelfTest T1-T3 生产门禁（4240 测试）+ 复盘自动结晶为 Skill。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53458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26" name="Shape 24"/>
          <p:cNvSpPr/>
          <p:nvPr/>
        </p:nvSpPr>
        <p:spPr>
          <a:xfrm>
            <a:off x="4609490" y="4032504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27" name="Text 25"/>
          <p:cNvSpPr/>
          <p:nvPr/>
        </p:nvSpPr>
        <p:spPr>
          <a:xfrm>
            <a:off x="4856378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09490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可复用成果、能迁移到哪些场景。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09490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MIT 开源、Skill 体系独立可复用、RAG/可观测可迁移到任意多 Agent 生产系统。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12557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</p:sp>
      <p:sp>
        <p:nvSpPr>
          <p:cNvPr id="31" name="Shape 29"/>
          <p:cNvSpPr/>
          <p:nvPr/>
        </p:nvSpPr>
        <p:spPr>
          <a:xfrm>
            <a:off x="8368589" y="4032504"/>
            <a:ext cx="146304" cy="146304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32" name="Text 30"/>
          <p:cNvSpPr/>
          <p:nvPr/>
        </p:nvSpPr>
        <p:spPr>
          <a:xfrm>
            <a:off x="8615477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68589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做到了什么程度、有无可运行成果。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68589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方案设计完成；7 域架构 23.6 万行 + 4240 测试 + MCP/Skill/KB 基础设施可支撑复赛 Demo。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7" name="Shape 5"/>
          <p:cNvSpPr/>
          <p:nvPr/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11" name="Shape 9"/>
          <p:cNvSpPr/>
          <p:nvPr/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12" name="Text 10"/>
          <p:cNvSpPr/>
          <p:nvPr/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工程落地、运行验证与安全可审计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15" name="Shape 13"/>
          <p:cNvSpPr/>
          <p:nvPr/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16" name="Text 14"/>
          <p:cNvSpPr/>
          <p:nvPr/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19" name="Shape 17"/>
          <p:cNvSpPr/>
          <p:nvPr/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20" name="Text 18"/>
          <p:cNvSpPr/>
          <p:nvPr/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开源开放计划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24" name="Text 22"/>
          <p:cNvSpPr/>
          <p:nvPr/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协同设计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27" name="Shape 25"/>
          <p:cNvSpPr/>
          <p:nvPr/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28" name="Text 26"/>
          <p:cNvSpPr/>
          <p:nvPr/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落地计划与进展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31" name="Shape 29"/>
          <p:cNvSpPr/>
          <p:nvPr/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32" name="Text 30"/>
          <p:cNvSpPr/>
          <p:nvPr/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Skills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工具体系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</p:sp>
      <p:sp>
        <p:nvSpPr>
          <p:cNvPr id="35" name="Shape 33"/>
          <p:cNvSpPr/>
          <p:nvPr/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</p:sp>
      <p:sp>
        <p:nvSpPr>
          <p:cNvPr id="36" name="Text 34"/>
          <p:cNvSpPr/>
          <p:nvPr/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视频（如有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altLang="zh-CN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45375" y="363855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46543" y="455295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546543" y="674751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场景价值与行业可复制性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774375" y="528447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10774375" y="528447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0"/>
          <p:cNvSpPr/>
          <p:nvPr/>
        </p:nvSpPr>
        <p:spPr>
          <a:xfrm>
            <a:off x="340360" y="2748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0360" y="5491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5" name="文本框 4"/>
          <p:cNvSpPr txBox="1"/>
          <p:nvPr/>
        </p:nvSpPr>
        <p:spPr>
          <a:xfrm>
            <a:off x="244475" y="118935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目标用户：企业研发团队 / 开源维护者。核心痛点：缺陷定位靠人工经验、修复质量无法量化验证、复盘经验散落。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真实场景：GitHub Issue → 聚合 → E8 根因定位 → TDD 修复 → 独立审查 → 复盘沉淀。</a:t>
            </a:r>
          </a:p>
          <a:p>
            <a:r>
              <a:t>价值收益：定位耗时对标人工 30-60min 降至 5-10min、修复成功率、门禁通过率、知识沉淀条数。</a:t>
            </a:r>
          </a:p>
          <a:p>
            <a:r>
              <a:t>行业可复制性：任何有 Issue+CI+代码仓库的组织可复制；可迁移 IT 服务/嵌入式/金融科技研发线。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360" y="2390775"/>
            <a:ext cx="5560060" cy="31273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968115" y="55740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差异化对照 OpenHands/SWE-agent：确定性推理可复现 + T1-T3 生产门禁 + experience-tree 自进化沉淀。</a:t>
            </a:r>
            <a:r>
              <a:rPr lang="zh-CN" altLang="en-US"/>
              <a:t/>
            </a:r>
            <a:r>
              <a:rPr lang="en-US" altLang="zh-CN"/>
              <a:t/>
            </a:r>
            <a:endParaRPr lang="en-US" altLang="zh-CN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505" y="2390775"/>
            <a:ext cx="5485765" cy="31013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总览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 · 承上启下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en-US" sz="2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架构：AgentTeams 编排层（Manager+A1-A5）→ Skill 能力层（官方用云 Skills + dev-implementer/rev-officer/experience-tree）→ MCP 工具层（GitHub/CI/监控，Higress 托管凭证）→ 证据治理层（MinIO 共享状态 + trace + SHA-256 审计链 + KB）。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选型必要性：AgentTeams=必选协同基点；Higress=统一网关+凭证；MinIO=共享上下文降 Token。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415" y="1801495"/>
            <a:ext cx="7837805" cy="44183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672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415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协同与自主闭环能力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Agent 分工：Manager(拆解/委派/追踪) + A1 采集 + A2 诊断 + A3 实施 + A4 审查 + A5 沉淀（见附录A）。</a:t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任务拆解：collect→diagnose→implement→audit→distill 映射 AgentTeams task-management Skill。</a:t>
            </a:r>
          </a:p>
          <a:p>
            <a:r>
              <a:t>上下文传递：MinIO shared/tasks 共享工作区 + Matrix 房间时间线 + KB 结构化中间结论；Worker 无状态可替换。</a:t>
            </a:r>
          </a:p>
          <a:p>
            <a:r>
              <a:t>状态流转：Task 状态机 + 审查不通过打回 A3（重试封顶升级人工）。</a:t>
            </a:r>
          </a:p>
          <a:p>
            <a:r>
              <a:t>高风险动作：改生产/大重构/删数据→人工审批；Worker 不持真实凭证。</a:t>
            </a: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2304415"/>
            <a:ext cx="5283200" cy="2964180"/>
          </a:xfrm>
          <a:prstGeom prst="rect">
            <a:avLst/>
          </a:prstGeom>
        </p:spPr>
      </p:pic>
      <p:pic>
        <p:nvPicPr>
          <p:cNvPr id="39" name="图片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370" y="2304415"/>
            <a:ext cx="5285740" cy="29641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6786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4218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3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工程体系与生态复用</a:t>
            </a:r>
            <a:endParaRPr lang="en-US" sz="1250" dirty="0"/>
          </a:p>
        </p:txBody>
      </p:sp>
      <p:sp>
        <p:nvSpPr>
          <p:cNvPr id="14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5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 · 本赛题必选项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官方用云 Skills（必选）：alibabacloud-resourcecenter-search / ecs-diagnose / network-reachability-analysis / sas-overview / data-agent-skill，4 个串联即排障链路。</a:t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核心 Skill：dev-implementer / rev-officer / repair-healer / experience-tree / mcp-gateway / github-operations（输入输出/依赖/失败处理/安全边界见附录B）。</a:t>
            </a:r>
          </a:p>
          <a:p>
            <a:r>
              <a:t>复用性：Skill 为任务能力抽象层，SKILL.md 装载 Worker 工作区，Manager 按需分发；版本/发布/回滚经安全审核→灰度→审计。</a:t>
            </a: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5165" y="2377440"/>
            <a:ext cx="5741670" cy="32353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9199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6631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工程落地与安全可审计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20%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可运行性：cargo build/check/test 双验证、Docker 部署、CI workflows。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运行证据：4240 测试、SelfTest T1-T3 三层接线、日志/Trace/Metrics 全记录。</a:t>
            </a:r>
          </a:p>
          <a:p>
            <a:r>
              <a:t>可观测：Skill/MCP/RAG/LLM 全链路 Trace + Log(TraceId 关联) + Metrics(修复成功率/时延/Token/Tool成功率)。</a:t>
            </a:r>
          </a:p>
          <a:p>
            <a:r>
              <a:t>RAG：KB nodes/edges + 向量 + BM25 混合检索，证据强制溯源。</a:t>
            </a:r>
          </a:p>
          <a:p>
            <a:r>
              <a:t>安全：权限矩阵、审批、回滚、审计、gitleaks、零 unsafe。</a:t>
            </a: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8200" y="1988820"/>
            <a:ext cx="3830087" cy="2160000"/>
          </a:xfrm>
          <a:prstGeom prst="rect">
            <a:avLst/>
          </a:prstGeom>
        </p:spPr>
      </p:pic>
      <p:pic>
        <p:nvPicPr>
          <p:cNvPr id="40" name="图片 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535" y="1996440"/>
            <a:ext cx="3837275" cy="2160000"/>
          </a:xfrm>
          <a:prstGeom prst="rect">
            <a:avLst/>
          </a:prstGeom>
        </p:spPr>
      </p:pic>
      <p:pic>
        <p:nvPicPr>
          <p:cNvPr id="41" name="图片 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4288155"/>
            <a:ext cx="3838315" cy="2160000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535" y="4303395"/>
            <a:ext cx="38318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8373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5805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16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8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开源贡献</a:t>
            </a:r>
            <a:endParaRPr lang="en-US" sz="1250" dirty="0"/>
          </a:p>
        </p:txBody>
      </p:sp>
      <p:sp>
        <p:nvSpPr>
          <p:cNvPr id="19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</p:sp>
      <p:sp>
        <p:nvSpPr>
          <p:cNvPr id="20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5%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可复用成果：Skill 体系独立发布、mcp-gateway 网关、KB 检索层、E8 推理内核。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接口契约与文档示例：README、部署说明、开源协议、示例配置、测试方法。</a:t>
            </a:r>
          </a:p>
          <a:p>
            <a:r>
              <a:t>协议与依赖：MIT；披露全部第三方依赖、商业 API 调用、闭源模型、数据授权边界。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94360" y="129857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当前进展：方案设计完成；7 域架构 23.6 万行 + 4240 测试 + MCP/Skill/KB 基础设施。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  <a:p>
            <a:r>
              <a:t>里程碑：8.16 初赛提交→8.24 复赛名单→9.3 复赛提交→9.10 决赛名单→9.22 决赛答辩。</a:t>
            </a:r>
          </a:p>
          <a:p>
            <a:r>
              <a:t>复赛计划：AgentTeams 本地 install.sh→K8s helm；GitHub Issue 端到端 Demo；SWE-bench-style 评测；官方 Skills 接入。</a:t>
            </a:r>
          </a:p>
          <a:p>
            <a:r>
              <a:t>风险控制：Demo 环境不确定性→Mock+真实共用同一 Schema；评审口径→严格对齐评分维度。</a:t>
            </a: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640" y="2328545"/>
            <a:ext cx="4911725" cy="2768600"/>
          </a:xfrm>
          <a:prstGeom prst="rect">
            <a:avLst/>
          </a:prstGeom>
        </p:spPr>
      </p:pic>
      <p:pic>
        <p:nvPicPr>
          <p:cNvPr id="36" name="图片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210" y="2458720"/>
            <a:ext cx="5327015" cy="248221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第八章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介绍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介绍</a:t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4360" y="1513840"/>
            <a:ext cx="9534525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成员背景：[姓名]（学校/公司·岗位·技能）。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/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1. 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成员背景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：</a:t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基本背景信息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（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学校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/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公司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、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岗位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/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专业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）</a:t>
            </a:r>
            <a:endParaRPr lang="zh-CN" altLang="en-US">
              <a:latin typeface="微软雅黑" pitchFamily="34" charset="0"/>
              <a:ea typeface="微软雅黑" pitchFamily="34" charset="0"/>
              <a:cs typeface="微软雅黑" pitchFamily="34" charset="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WPS 文字</Application>
  <PresentationFormat>On-screen Show (16:9)</PresentationFormat>
  <Paragraphs>230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cindy</cp:lastModifiedBy>
  <cp:revision>5</cp:revision>
  <dcterms:created xsi:type="dcterms:W3CDTF">2026-08-01T12:03:46Z</dcterms:created>
  <dcterms:modified xsi:type="dcterms:W3CDTF">2026-08-01T12:03:46Z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2052-12.1.22218.22218</vt:lpwstr>
  </property>
</Properties>
</file>